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3" r:id="rId5"/>
    <p:sldId id="274" r:id="rId6"/>
    <p:sldId id="272" r:id="rId7"/>
    <p:sldId id="271" r:id="rId8"/>
    <p:sldId id="268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A1C6ED-7502-4C0B-BD1B-AD644CB1D8CA}" v="132" dt="2025-08-19T06:14:41.023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2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509EABBA-2628-8115-CCFF-CDB95AE3E5C8}"/>
    <pc:docChg chg="modSld">
      <pc:chgData name="Guest User" userId="" providerId="Windows Live" clId="Web-{509EABBA-2628-8115-CCFF-CDB95AE3E5C8}" dt="2025-08-13T03:49:41.864" v="0"/>
      <pc:docMkLst>
        <pc:docMk/>
      </pc:docMkLst>
      <pc:sldChg chg="mod modShow">
        <pc:chgData name="Guest User" userId="" providerId="Windows Live" clId="Web-{509EABBA-2628-8115-CCFF-CDB95AE3E5C8}" dt="2025-08-13T03:49:41.864" v="0"/>
        <pc:sldMkLst>
          <pc:docMk/>
          <pc:sldMk cId="0" sldId="256"/>
        </pc:sldMkLst>
      </pc:sldChg>
    </pc:docChg>
  </pc:docChgLst>
  <pc:docChgLst>
    <pc:chgData name="Harshitha A.Y" userId="3fff57e43a1626d8" providerId="LiveId" clId="{D2A1C6ED-7502-4C0B-BD1B-AD644CB1D8CA}"/>
    <pc:docChg chg="undo custSel addSld delSld modSld sldOrd">
      <pc:chgData name="Harshitha A.Y" userId="3fff57e43a1626d8" providerId="LiveId" clId="{D2A1C6ED-7502-4C0B-BD1B-AD644CB1D8CA}" dt="2025-08-19T07:37:49.473" v="1634" actId="20577"/>
      <pc:docMkLst>
        <pc:docMk/>
      </pc:docMkLst>
      <pc:sldChg chg="modSp mod">
        <pc:chgData name="Harshitha A.Y" userId="3fff57e43a1626d8" providerId="LiveId" clId="{D2A1C6ED-7502-4C0B-BD1B-AD644CB1D8CA}" dt="2025-08-19T07:37:49.473" v="1634" actId="20577"/>
        <pc:sldMkLst>
          <pc:docMk/>
          <pc:sldMk cId="0" sldId="256"/>
        </pc:sldMkLst>
        <pc:spChg chg="mod">
          <ac:chgData name="Harshitha A.Y" userId="3fff57e43a1626d8" providerId="LiveId" clId="{D2A1C6ED-7502-4C0B-BD1B-AD644CB1D8CA}" dt="2025-08-19T06:09:20.114" v="1375" actId="1038"/>
          <ac:spMkLst>
            <pc:docMk/>
            <pc:sldMk cId="0" sldId="256"/>
            <ac:spMk id="8" creationId="{00000000-0000-0000-0000-000000000000}"/>
          </ac:spMkLst>
        </pc:spChg>
        <pc:spChg chg="mod">
          <ac:chgData name="Harshitha A.Y" userId="3fff57e43a1626d8" providerId="LiveId" clId="{D2A1C6ED-7502-4C0B-BD1B-AD644CB1D8CA}" dt="2025-08-12T07:55:56.776" v="387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Harshitha A.Y" userId="3fff57e43a1626d8" providerId="LiveId" clId="{D2A1C6ED-7502-4C0B-BD1B-AD644CB1D8CA}" dt="2025-08-12T08:50:40.620" v="827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Harshitha A.Y" userId="3fff57e43a1626d8" providerId="LiveId" clId="{D2A1C6ED-7502-4C0B-BD1B-AD644CB1D8CA}" dt="2025-08-19T07:37:49.473" v="1634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Harshitha A.Y" userId="3fff57e43a1626d8" providerId="LiveId" clId="{D2A1C6ED-7502-4C0B-BD1B-AD644CB1D8CA}" dt="2025-08-12T14:17:39.464" v="1093" actId="14100"/>
          <ac:spMkLst>
            <pc:docMk/>
            <pc:sldMk cId="0" sldId="256"/>
            <ac:spMk id="91" creationId="{00000000-0000-0000-0000-000000000000}"/>
          </ac:spMkLst>
        </pc:spChg>
        <pc:graphicFrameChg chg="mod modGraphic">
          <ac:chgData name="Harshitha A.Y" userId="3fff57e43a1626d8" providerId="LiveId" clId="{D2A1C6ED-7502-4C0B-BD1B-AD644CB1D8CA}" dt="2025-08-12T14:20:45.710" v="1134" actId="20577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Harshitha A.Y" userId="3fff57e43a1626d8" providerId="LiveId" clId="{D2A1C6ED-7502-4C0B-BD1B-AD644CB1D8CA}" dt="2025-08-12T14:22:26.490" v="1138"/>
        <pc:sldMkLst>
          <pc:docMk/>
          <pc:sldMk cId="0" sldId="265"/>
        </pc:sldMkLst>
        <pc:spChg chg="mod">
          <ac:chgData name="Harshitha A.Y" userId="3fff57e43a1626d8" providerId="LiveId" clId="{D2A1C6ED-7502-4C0B-BD1B-AD644CB1D8CA}" dt="2025-08-12T14:22:26.490" v="1138"/>
          <ac:spMkLst>
            <pc:docMk/>
            <pc:sldMk cId="0" sldId="265"/>
            <ac:spMk id="145" creationId="{00000000-0000-0000-0000-000000000000}"/>
          </ac:spMkLst>
        </pc:spChg>
      </pc:sldChg>
      <pc:sldChg chg="delSp modSp mod ord">
        <pc:chgData name="Harshitha A.Y" userId="3fff57e43a1626d8" providerId="LiveId" clId="{D2A1C6ED-7502-4C0B-BD1B-AD644CB1D8CA}" dt="2025-08-12T15:30:33.534" v="1236"/>
        <pc:sldMkLst>
          <pc:docMk/>
          <pc:sldMk cId="2856357337" sldId="268"/>
        </pc:sldMkLst>
        <pc:spChg chg="mod">
          <ac:chgData name="Harshitha A.Y" userId="3fff57e43a1626d8" providerId="LiveId" clId="{D2A1C6ED-7502-4C0B-BD1B-AD644CB1D8CA}" dt="2025-08-12T15:29:24.318" v="1234" actId="20577"/>
          <ac:spMkLst>
            <pc:docMk/>
            <pc:sldMk cId="2856357337" sldId="268"/>
            <ac:spMk id="4" creationId="{00000000-0000-0000-0000-000000000000}"/>
          </ac:spMkLst>
        </pc:spChg>
      </pc:sldChg>
      <pc:sldChg chg="modSp mod">
        <pc:chgData name="Harshitha A.Y" userId="3fff57e43a1626d8" providerId="LiveId" clId="{D2A1C6ED-7502-4C0B-BD1B-AD644CB1D8CA}" dt="2025-08-12T14:09:39.779" v="1044" actId="20577"/>
        <pc:sldMkLst>
          <pc:docMk/>
          <pc:sldMk cId="2143451837" sldId="269"/>
        </pc:sldMkLst>
        <pc:spChg chg="mod">
          <ac:chgData name="Harshitha A.Y" userId="3fff57e43a1626d8" providerId="LiveId" clId="{D2A1C6ED-7502-4C0B-BD1B-AD644CB1D8CA}" dt="2025-08-12T14:09:39.779" v="1044" actId="20577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Harshitha A.Y" userId="3fff57e43a1626d8" providerId="LiveId" clId="{D2A1C6ED-7502-4C0B-BD1B-AD644CB1D8CA}" dt="2025-08-12T08:59:13.300" v="884" actId="113"/>
          <ac:spMkLst>
            <pc:docMk/>
            <pc:sldMk cId="2143451837" sldId="269"/>
            <ac:spMk id="97" creationId="{00000000-0000-0000-0000-000000000000}"/>
          </ac:spMkLst>
        </pc:spChg>
      </pc:sldChg>
      <pc:sldChg chg="addSp modSp mod">
        <pc:chgData name="Harshitha A.Y" userId="3fff57e43a1626d8" providerId="LiveId" clId="{D2A1C6ED-7502-4C0B-BD1B-AD644CB1D8CA}" dt="2025-08-12T16:54:52.457" v="1304" actId="14100"/>
        <pc:sldMkLst>
          <pc:docMk/>
          <pc:sldMk cId="479890276" sldId="270"/>
        </pc:sldMkLst>
        <pc:picChg chg="add mod">
          <ac:chgData name="Harshitha A.Y" userId="3fff57e43a1626d8" providerId="LiveId" clId="{D2A1C6ED-7502-4C0B-BD1B-AD644CB1D8CA}" dt="2025-08-12T16:54:52.457" v="1304" actId="14100"/>
          <ac:picMkLst>
            <pc:docMk/>
            <pc:sldMk cId="479890276" sldId="270"/>
            <ac:picMk id="5" creationId="{3EADAB97-771F-8DA3-983D-2121EC2E7CC7}"/>
          </ac:picMkLst>
        </pc:picChg>
      </pc:sldChg>
      <pc:sldChg chg="addSp delSp modSp mod">
        <pc:chgData name="Harshitha A.Y" userId="3fff57e43a1626d8" providerId="LiveId" clId="{D2A1C6ED-7502-4C0B-BD1B-AD644CB1D8CA}" dt="2025-08-12T14:16:54.676" v="1092" actId="20577"/>
        <pc:sldMkLst>
          <pc:docMk/>
          <pc:sldMk cId="2000455742" sldId="271"/>
        </pc:sldMkLst>
        <pc:spChg chg="mod">
          <ac:chgData name="Harshitha A.Y" userId="3fff57e43a1626d8" providerId="LiveId" clId="{D2A1C6ED-7502-4C0B-BD1B-AD644CB1D8CA}" dt="2025-08-12T14:16:54.676" v="1092" actId="20577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Harshitha A.Y" userId="3fff57e43a1626d8" providerId="LiveId" clId="{D2A1C6ED-7502-4C0B-BD1B-AD644CB1D8CA}" dt="2025-08-12T14:11:31.098" v="1045" actId="20577"/>
        <pc:sldMkLst>
          <pc:docMk/>
          <pc:sldMk cId="3338832548" sldId="272"/>
        </pc:sldMkLst>
        <pc:spChg chg="mod">
          <ac:chgData name="Harshitha A.Y" userId="3fff57e43a1626d8" providerId="LiveId" clId="{D2A1C6ED-7502-4C0B-BD1B-AD644CB1D8CA}" dt="2025-08-12T14:11:31.098" v="1045" actId="20577"/>
          <ac:spMkLst>
            <pc:docMk/>
            <pc:sldMk cId="3338832548" sldId="272"/>
            <ac:spMk id="115" creationId="{00000000-0000-0000-0000-000000000000}"/>
          </ac:spMkLst>
        </pc:spChg>
      </pc:sldChg>
      <pc:sldChg chg="addSp modSp mod">
        <pc:chgData name="Harshitha A.Y" userId="3fff57e43a1626d8" providerId="LiveId" clId="{D2A1C6ED-7502-4C0B-BD1B-AD644CB1D8CA}" dt="2025-08-12T17:16:50.159" v="1310" actId="20577"/>
        <pc:sldMkLst>
          <pc:docMk/>
          <pc:sldMk cId="1030816154" sldId="273"/>
        </pc:sldMkLst>
        <pc:spChg chg="mod">
          <ac:chgData name="Harshitha A.Y" userId="3fff57e43a1626d8" providerId="LiveId" clId="{D2A1C6ED-7502-4C0B-BD1B-AD644CB1D8CA}" dt="2025-08-12T17:16:50.159" v="1310" actId="20577"/>
          <ac:spMkLst>
            <pc:docMk/>
            <pc:sldMk cId="1030816154" sldId="273"/>
            <ac:spMk id="115" creationId="{00000000-0000-0000-0000-000000000000}"/>
          </ac:spMkLst>
        </pc:spChg>
      </pc:sldChg>
      <pc:sldChg chg="modSp add mod ord">
        <pc:chgData name="Harshitha A.Y" userId="3fff57e43a1626d8" providerId="LiveId" clId="{D2A1C6ED-7502-4C0B-BD1B-AD644CB1D8CA}" dt="2025-08-12T15:25:00.230" v="1186"/>
        <pc:sldMkLst>
          <pc:docMk/>
          <pc:sldMk cId="1058592464" sldId="274"/>
        </pc:sldMkLst>
        <pc:spChg chg="mod">
          <ac:chgData name="Harshitha A.Y" userId="3fff57e43a1626d8" providerId="LiveId" clId="{D2A1C6ED-7502-4C0B-BD1B-AD644CB1D8CA}" dt="2025-08-12T09:00:52.041" v="923" actId="20577"/>
          <ac:spMkLst>
            <pc:docMk/>
            <pc:sldMk cId="1058592464" sldId="274"/>
            <ac:spMk id="96" creationId="{13636D9F-75DB-7E40-6279-D96376DA5A04}"/>
          </ac:spMkLst>
        </pc:spChg>
        <pc:spChg chg="mod">
          <ac:chgData name="Harshitha A.Y" userId="3fff57e43a1626d8" providerId="LiveId" clId="{D2A1C6ED-7502-4C0B-BD1B-AD644CB1D8CA}" dt="2025-08-12T09:02:35.529" v="931"/>
          <ac:spMkLst>
            <pc:docMk/>
            <pc:sldMk cId="1058592464" sldId="274"/>
            <ac:spMk id="97" creationId="{62A51C5C-F828-9EA5-B85E-7A7979B84ED6}"/>
          </ac:spMkLst>
        </pc:spChg>
      </pc:sldChg>
      <pc:sldChg chg="modSp del mod">
        <pc:chgData name="Harshitha A.Y" userId="3fff57e43a1626d8" providerId="LiveId" clId="{D2A1C6ED-7502-4C0B-BD1B-AD644CB1D8CA}" dt="2025-08-12T08:22:11.068" v="547" actId="2696"/>
        <pc:sldMkLst>
          <pc:docMk/>
          <pc:sldMk cId="2637979550" sldId="274"/>
        </pc:sldMkLst>
      </pc:sldChg>
      <pc:sldChg chg="modSp add del mod">
        <pc:chgData name="Harshitha A.Y" userId="3fff57e43a1626d8" providerId="LiveId" clId="{D2A1C6ED-7502-4C0B-BD1B-AD644CB1D8CA}" dt="2025-08-12T08:22:22.574" v="548" actId="2696"/>
        <pc:sldMkLst>
          <pc:docMk/>
          <pc:sldMk cId="3981473324" sldId="275"/>
        </pc:sldMkLst>
      </pc:sldChg>
    </pc:docChg>
  </pc:docChgLst>
  <pc:docChgLst>
    <pc:chgData name="Guest User" providerId="Windows Live" clId="Web-{ABCDECF9-C9FC-C794-035A-A4ACFACB70F2}"/>
    <pc:docChg chg="modSld">
      <pc:chgData name="Guest User" userId="" providerId="Windows Live" clId="Web-{ABCDECF9-C9FC-C794-035A-A4ACFACB70F2}" dt="2025-08-12T09:59:49.972" v="0"/>
      <pc:docMkLst>
        <pc:docMk/>
      </pc:docMkLst>
      <pc:sldChg chg="mod modShow">
        <pc:chgData name="Guest User" userId="" providerId="Windows Live" clId="Web-{ABCDECF9-C9FC-C794-035A-A4ACFACB70F2}" dt="2025-08-12T09:59:49.972" v="0"/>
        <pc:sldMkLst>
          <pc:docMk/>
          <pc:sldMk cId="0" sldId="256"/>
        </pc:sldMkLst>
      </pc:sldChg>
    </pc:docChg>
  </pc:docChgLst>
  <pc:docChgLst>
    <pc:chgData name="Guest User" providerId="Windows Live" clId="Web-{B2A41BF2-B2E6-09B8-1290-5306B06877FB}"/>
    <pc:docChg chg="modSld">
      <pc:chgData name="Guest User" userId="" providerId="Windows Live" clId="Web-{B2A41BF2-B2E6-09B8-1290-5306B06877FB}" dt="2025-08-12T10:35:45.384" v="5" actId="1076"/>
      <pc:docMkLst>
        <pc:docMk/>
      </pc:docMkLst>
      <pc:sldChg chg="modSp">
        <pc:chgData name="Guest User" userId="" providerId="Windows Live" clId="Web-{B2A41BF2-B2E6-09B8-1290-5306B06877FB}" dt="2025-08-12T10:35:45.384" v="5" actId="1076"/>
        <pc:sldMkLst>
          <pc:docMk/>
          <pc:sldMk cId="479890276" sldId="270"/>
        </pc:sldMkLst>
        <pc:picChg chg="mod">
          <ac:chgData name="Guest User" userId="" providerId="Windows Live" clId="Web-{B2A41BF2-B2E6-09B8-1290-5306B06877FB}" dt="2025-08-12T10:35:45.384" v="5" actId="1076"/>
          <ac:picMkLst>
            <pc:docMk/>
            <pc:sldMk cId="479890276" sldId="270"/>
            <ac:picMk id="5" creationId="{3EADAB97-771F-8DA3-983D-2121EC2E7CC7}"/>
          </ac:picMkLst>
        </pc:picChg>
      </pc:sldChg>
      <pc:sldChg chg="modSp">
        <pc:chgData name="Guest User" userId="" providerId="Windows Live" clId="Web-{B2A41BF2-B2E6-09B8-1290-5306B06877FB}" dt="2025-08-12T10:35:15.804" v="3" actId="20577"/>
        <pc:sldMkLst>
          <pc:docMk/>
          <pc:sldMk cId="3338832548" sldId="272"/>
        </pc:sldMkLst>
        <pc:spChg chg="mod">
          <ac:chgData name="Guest User" userId="" providerId="Windows Live" clId="Web-{B2A41BF2-B2E6-09B8-1290-5306B06877FB}" dt="2025-08-12T10:35:15.804" v="3" actId="20577"/>
          <ac:spMkLst>
            <pc:docMk/>
            <pc:sldMk cId="3338832548" sldId="272"/>
            <ac:spMk id="1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1494F1F-D9FA-FAF2-3F8B-DD31020E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E0D3F58-66A5-273B-2631-30361DD95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E3F863E-4B94-A68D-FEF9-04EC7427E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9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/>
              <a:t>Projection of the extent of inundation corresponding to the forecasts of flood levels in a river.</a:t>
            </a:r>
            <a:endParaRPr sz="2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80610" y="439997"/>
            <a:ext cx="4419484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Batch Number:   CSE_131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20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          </a:t>
            </a:r>
            <a:r>
              <a:rPr lang="en-IN" sz="1800" b="1"/>
              <a:t> </a:t>
            </a:r>
            <a:r>
              <a:rPr lang="en-IN" sz="1800" b="1" dirty="0"/>
              <a:t>MR.LIKHITH S.R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School of Computer Science and 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220005521"/>
              </p:ext>
            </p:extLst>
          </p:nvPr>
        </p:nvGraphicFramePr>
        <p:xfrm>
          <a:off x="8727" y="1944521"/>
          <a:ext cx="6087273" cy="4118697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650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607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5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/>
                        <a:t>20221CSE0525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/>
                        <a:t>HAMSA M             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80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20221CSE0499 BHAGYASHREE N PATIL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20221CSE0526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AY HARSHITHA     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386176" y="124594"/>
            <a:ext cx="6013545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84406" y="4826001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</a:t>
            </a:r>
            <a:r>
              <a:rPr lang="en-US" sz="1800" b="1" i="0" u="none" strike="noStrike" cap="none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DR.JAYAVADIVEL RAVI</a:t>
            </a:r>
            <a:endParaRPr lang="en-US" sz="1800" b="1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Problem Statement Number:PSCS_6 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Presidency University Bangalore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/>
              <a:t>Floods are one of the most destructive natural disasters, causing loss of lives, damage to infrastructure, and economic setbacks</a:t>
            </a:r>
            <a:r>
              <a:rPr lang="en-US" sz="1800"/>
              <a:t>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/>
              <a:t>  </a:t>
            </a:r>
            <a:r>
              <a:rPr lang="en-US" sz="2000"/>
              <a:t>Traditional prediction methods often lack accuracy and timeliness. This project uses machine learning with multi-source data—rainfall, river levels, temperature, and satellite imagery—to provide accurate, real-time flood forecasts for better preparedness and response.</a:t>
            </a:r>
            <a:endParaRPr 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Programming Language</a:t>
            </a:r>
            <a:r>
              <a:rPr lang="en-IN" sz="1800" dirty="0"/>
              <a:t>: Python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Machine Learning Libraries: </a:t>
            </a:r>
            <a:r>
              <a:rPr lang="en-IN" sz="1800" dirty="0"/>
              <a:t> Scikit-learn, Pandas, NumPy.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Visualization: </a:t>
            </a:r>
            <a:r>
              <a:rPr lang="en-IN" sz="1800" dirty="0" err="1"/>
              <a:t>Matplotlib,confusion</a:t>
            </a:r>
            <a:r>
              <a:rPr lang="en-IN" sz="1800" dirty="0"/>
              <a:t> </a:t>
            </a:r>
            <a:r>
              <a:rPr lang="en-IN" sz="1800" dirty="0" err="1"/>
              <a:t>matrix,classification</a:t>
            </a:r>
            <a:r>
              <a:rPr lang="en-IN" sz="1800" dirty="0"/>
              <a:t> report.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APIs &amp; Data Sources: </a:t>
            </a:r>
            <a:r>
              <a:rPr lang="en-IN" sz="1800" dirty="0" err="1"/>
              <a:t>OpenWeather</a:t>
            </a:r>
            <a:r>
              <a:rPr lang="en-IN" sz="1800" dirty="0"/>
              <a:t> API, </a:t>
            </a:r>
            <a:r>
              <a:rPr lang="en-IN" sz="1800" dirty="0" err="1"/>
              <a:t>Insat</a:t>
            </a:r>
            <a:r>
              <a:rPr lang="en-IN" sz="1800" dirty="0"/>
              <a:t> Satellite Data Sources.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IN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Tools &amp; Platforms: </a:t>
            </a:r>
            <a:r>
              <a:rPr lang="en-IN" sz="1800" dirty="0"/>
              <a:t>Google </a:t>
            </a:r>
            <a:r>
              <a:rPr lang="en-IN" sz="1800" dirty="0" err="1"/>
              <a:t>Colab</a:t>
            </a:r>
            <a:r>
              <a:rPr lang="en-IN" sz="1800" dirty="0"/>
              <a:t> / </a:t>
            </a:r>
            <a:r>
              <a:rPr lang="en-IN" sz="1800" dirty="0" err="1"/>
              <a:t>Jupyter</a:t>
            </a:r>
            <a:r>
              <a:rPr lang="en-IN" sz="1800" dirty="0"/>
              <a:t> Notebook,</a:t>
            </a:r>
            <a:r>
              <a:rPr lang="en-US" sz="1800" dirty="0"/>
              <a:t> Flask or Django for backend API development.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IN" sz="1800" b="1" dirty="0"/>
              <a:t>Software Requirements: </a:t>
            </a:r>
            <a:r>
              <a:rPr lang="en-IN" sz="1800" dirty="0"/>
              <a:t>Python, TensorFlow, Flask, MongoDB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D123615-4054-A27D-943D-6A02A17B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3636D9F-75DB-7E40-6279-D96376DA5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2A51C5C-F828-9EA5-B85E-7A7979B84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1177" y="115403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To collect and preprocess diverse flood-related datasets, including rainfall, river water levels, temperature, and historical flood records.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To </a:t>
            </a:r>
            <a:r>
              <a:rPr lang="en-US" sz="2000" err="1">
                <a:latin typeface="Cambria" panose="02040503050406030204" pitchFamily="18" charset="0"/>
                <a:ea typeface="Cambria" panose="02040503050406030204" pitchFamily="18" charset="0"/>
              </a:rPr>
              <a:t>analyse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 and evaluate model performance based on accuracy, precision, and recall to determine the most effective approach.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To develop a real-time flood forecasting system capable of providing early warnings for high-risk areas.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9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/>
              <a:t>  Traditional flood forecasting models lack adaptability, accuracy, and scalability due to dependence on limited historical and meteorological data.</a:t>
            </a:r>
            <a:br>
              <a:rPr lang="en-US"/>
            </a:br>
            <a:r>
              <a:rPr lang="en-US"/>
              <a:t>This project overcomes these limitations by integrating multi-source data (rainfall, river levels, temperature, satellite imagery) with machine learning models like </a:t>
            </a:r>
            <a:r>
              <a:rPr lang="en-US" b="1" err="1"/>
              <a:t>XGBoost</a:t>
            </a:r>
            <a:r>
              <a:rPr lang="en-US"/>
              <a:t> and </a:t>
            </a:r>
            <a:r>
              <a:rPr lang="en-US" b="1"/>
              <a:t>K-Means </a:t>
            </a:r>
            <a:r>
              <a:rPr lang="en-US"/>
              <a:t>for real-time, high-accuracy predictions.</a:t>
            </a:r>
            <a:br>
              <a:rPr lang="en-US"/>
            </a:br>
            <a:r>
              <a:rPr lang="en-US"/>
              <a:t>It also includes risk categorization (low, medium, high) and can integrate with disaster management systems for timely alerts.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2000"/>
              <a:t>"Floods cause severe damage to life and property. Lack of accurate inundation prediction delays evacuation and disaster response. A system using satellite imagery and machine learning can forecast flood extent, aiding timely action and reducing losses.“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Expected outcome: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2000"/>
              <a:t>Accurate and timely prediction of flood-affected areas.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2000"/>
              <a:t>Reduced loss of life and property through early warnings.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2000"/>
              <a:t>Better resource allocation for emergency response teams.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sz="20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542260" y="1041991"/>
            <a:ext cx="10462439" cy="43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GITHUB REPOSITORY LINK: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https://github.com/harshitha101831/Batch-number_131/upload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A chart with blue squares&#10;&#10;AI-generated content may be incorrect.">
            <a:extLst>
              <a:ext uri="{FF2B5EF4-FFF2-40B4-BE49-F238E27FC236}">
                <a16:creationId xmlns:a16="http://schemas.microsoft.com/office/drawing/2014/main" id="{3EADAB97-771F-8DA3-983D-2121EC2E7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30" y="1142995"/>
            <a:ext cx="7859196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/>
              <a:t>[1] G. Schumann, P. Bates, M. </a:t>
            </a:r>
            <a:r>
              <a:rPr lang="en-US" err="1"/>
              <a:t>Pappenberger</a:t>
            </a:r>
            <a:r>
              <a:rPr lang="en-US"/>
              <a:t>, A. J. Smith, P. B. de Roo, and Y. Yamazaki, “Advances in flood modelling and monitoring,” Progress in Physical Geography.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/>
          </a:p>
          <a:p>
            <a:pPr marL="609600" lvl="1" indent="0">
              <a:spcBef>
                <a:spcPts val="0"/>
              </a:spcBef>
              <a:buNone/>
            </a:pPr>
            <a:r>
              <a:rPr lang="en-US"/>
              <a:t>[2] C. Nevo and E. Shamir, “A systematic approach to flood forecasting in real-time,” Water 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632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Cambria</vt:lpstr>
      <vt:lpstr>Verdana</vt:lpstr>
      <vt:lpstr>Wingdings</vt:lpstr>
      <vt:lpstr>Bioinformatics</vt:lpstr>
      <vt:lpstr>Projection of the extent of inundation corresponding to the forecasts of flood levels in a river.</vt:lpstr>
      <vt:lpstr>Problem Statement Number:PSCS_6 </vt:lpstr>
      <vt:lpstr>Content</vt:lpstr>
      <vt:lpstr>Analysis of Problem Statement</vt:lpstr>
      <vt:lpstr>objectives</vt:lpstr>
      <vt:lpstr>Analysis of Problem Statement (contd...)</vt:lpstr>
      <vt:lpstr>Analysis of Problem Statement (contd...)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Harshitha A.Y</cp:lastModifiedBy>
  <cp:revision>1</cp:revision>
  <dcterms:modified xsi:type="dcterms:W3CDTF">2025-08-19T07:37:57Z</dcterms:modified>
</cp:coreProperties>
</file>